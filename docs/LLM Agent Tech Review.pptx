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719B09-8999-4EC2-A7C0-B5674DF66242}" v="1" dt="2026-04-17T18:37:37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0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gan Sayyadi" userId="a414ed49-1baa-4225-9785-88aecaa5b282" providerId="ADAL" clId="{929109C1-EF06-410C-8118-48697AA8522C}"/>
    <pc:docChg chg="custSel addSld modSld">
      <pc:chgData name="Logan Sayyadi" userId="a414ed49-1baa-4225-9785-88aecaa5b282" providerId="ADAL" clId="{929109C1-EF06-410C-8118-48697AA8522C}" dt="2026-04-17T18:57:03.155" v="481" actId="20577"/>
      <pc:docMkLst>
        <pc:docMk/>
      </pc:docMkLst>
      <pc:sldChg chg="modSp mod">
        <pc:chgData name="Logan Sayyadi" userId="a414ed49-1baa-4225-9785-88aecaa5b282" providerId="ADAL" clId="{929109C1-EF06-410C-8118-48697AA8522C}" dt="2026-04-17T17:02:26.732" v="3" actId="20577"/>
        <pc:sldMkLst>
          <pc:docMk/>
          <pc:sldMk cId="1901800338" sldId="256"/>
        </pc:sldMkLst>
        <pc:spChg chg="mod">
          <ac:chgData name="Logan Sayyadi" userId="a414ed49-1baa-4225-9785-88aecaa5b282" providerId="ADAL" clId="{929109C1-EF06-410C-8118-48697AA8522C}" dt="2026-04-17T17:02:26.732" v="3" actId="20577"/>
          <ac:spMkLst>
            <pc:docMk/>
            <pc:sldMk cId="1901800338" sldId="256"/>
            <ac:spMk id="2" creationId="{DA18425D-C604-89B1-E3A3-C6CB62B2C4A2}"/>
          </ac:spMkLst>
        </pc:spChg>
      </pc:sldChg>
      <pc:sldChg chg="modSp mod">
        <pc:chgData name="Logan Sayyadi" userId="a414ed49-1baa-4225-9785-88aecaa5b282" providerId="ADAL" clId="{929109C1-EF06-410C-8118-48697AA8522C}" dt="2026-04-17T16:51:26.257" v="0" actId="20577"/>
        <pc:sldMkLst>
          <pc:docMk/>
          <pc:sldMk cId="2577184481" sldId="257"/>
        </pc:sldMkLst>
        <pc:spChg chg="mod">
          <ac:chgData name="Logan Sayyadi" userId="a414ed49-1baa-4225-9785-88aecaa5b282" providerId="ADAL" clId="{929109C1-EF06-410C-8118-48697AA8522C}" dt="2026-04-17T16:51:26.257" v="0" actId="20577"/>
          <ac:spMkLst>
            <pc:docMk/>
            <pc:sldMk cId="2577184481" sldId="257"/>
            <ac:spMk id="3" creationId="{3722BA1F-551C-CE29-ACF1-771C7C2FD96B}"/>
          </ac:spMkLst>
        </pc:spChg>
      </pc:sldChg>
      <pc:sldChg chg="modSp mod">
        <pc:chgData name="Logan Sayyadi" userId="a414ed49-1baa-4225-9785-88aecaa5b282" providerId="ADAL" clId="{929109C1-EF06-410C-8118-48697AA8522C}" dt="2026-04-17T17:51:27.247" v="329" actId="20577"/>
        <pc:sldMkLst>
          <pc:docMk/>
          <pc:sldMk cId="1726638961" sldId="259"/>
        </pc:sldMkLst>
        <pc:spChg chg="mod">
          <ac:chgData name="Logan Sayyadi" userId="a414ed49-1baa-4225-9785-88aecaa5b282" providerId="ADAL" clId="{929109C1-EF06-410C-8118-48697AA8522C}" dt="2026-04-17T17:51:27.247" v="329" actId="20577"/>
          <ac:spMkLst>
            <pc:docMk/>
            <pc:sldMk cId="1726638961" sldId="259"/>
            <ac:spMk id="3" creationId="{7575F509-5ABF-9E09-D7B6-58F483C7EAF5}"/>
          </ac:spMkLst>
        </pc:spChg>
      </pc:sldChg>
      <pc:sldChg chg="modSp mod">
        <pc:chgData name="Logan Sayyadi" userId="a414ed49-1baa-4225-9785-88aecaa5b282" providerId="ADAL" clId="{929109C1-EF06-410C-8118-48697AA8522C}" dt="2026-04-17T18:57:03.155" v="481" actId="20577"/>
        <pc:sldMkLst>
          <pc:docMk/>
          <pc:sldMk cId="3901739845" sldId="260"/>
        </pc:sldMkLst>
        <pc:spChg chg="mod">
          <ac:chgData name="Logan Sayyadi" userId="a414ed49-1baa-4225-9785-88aecaa5b282" providerId="ADAL" clId="{929109C1-EF06-410C-8118-48697AA8522C}" dt="2026-04-17T18:57:03.155" v="481" actId="20577"/>
          <ac:spMkLst>
            <pc:docMk/>
            <pc:sldMk cId="3901739845" sldId="260"/>
            <ac:spMk id="3" creationId="{76B0C1A0-9EFA-92CC-85FD-CF9F5D84398A}"/>
          </ac:spMkLst>
        </pc:spChg>
      </pc:sldChg>
      <pc:sldChg chg="modSp new mod">
        <pc:chgData name="Logan Sayyadi" userId="a414ed49-1baa-4225-9785-88aecaa5b282" providerId="ADAL" clId="{929109C1-EF06-410C-8118-48697AA8522C}" dt="2026-04-17T18:25:36.305" v="478" actId="20577"/>
        <pc:sldMkLst>
          <pc:docMk/>
          <pc:sldMk cId="3504652799" sldId="262"/>
        </pc:sldMkLst>
        <pc:spChg chg="mod">
          <ac:chgData name="Logan Sayyadi" userId="a414ed49-1baa-4225-9785-88aecaa5b282" providerId="ADAL" clId="{929109C1-EF06-410C-8118-48697AA8522C}" dt="2026-04-17T17:10:17.552" v="48" actId="20577"/>
          <ac:spMkLst>
            <pc:docMk/>
            <pc:sldMk cId="3504652799" sldId="262"/>
            <ac:spMk id="2" creationId="{1A0AC839-C9A8-24B9-D15D-CC8ED50812C7}"/>
          </ac:spMkLst>
        </pc:spChg>
        <pc:spChg chg="mod">
          <ac:chgData name="Logan Sayyadi" userId="a414ed49-1baa-4225-9785-88aecaa5b282" providerId="ADAL" clId="{929109C1-EF06-410C-8118-48697AA8522C}" dt="2026-04-17T18:25:36.305" v="478" actId="20577"/>
          <ac:spMkLst>
            <pc:docMk/>
            <pc:sldMk cId="3504652799" sldId="262"/>
            <ac:spMk id="3" creationId="{0A222311-5A7E-552F-E439-0956C542F2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3DFAC-33A3-451A-9495-EF69A36C8C0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A25C6-9299-4B2C-8FFF-08A5AE386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BA25C6-9299-4B2C-8FFF-08A5AE3865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64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73558-7988-C550-CEF3-8B3310753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15E99-9E4B-D3D2-12E1-599C3B18A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9ECD1-4AA4-27D7-4F95-FB2F85979F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DDBB5-48DA-8C7F-1040-35CADF35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920B5-ACBE-9E7B-6251-20EA321CA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03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80393-6259-8CF2-8FD1-A6B3DA33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14" y="396833"/>
            <a:ext cx="10982005" cy="7394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ED226-952A-2FE7-B724-1AC970586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14" y="1253331"/>
            <a:ext cx="10515600" cy="435133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51A672-5186-0B11-F180-484E7BBFE0B8}"/>
              </a:ext>
            </a:extLst>
          </p:cNvPr>
          <p:cNvSpPr/>
          <p:nvPr/>
        </p:nvSpPr>
        <p:spPr>
          <a:xfrm>
            <a:off x="11649307" y="103787"/>
            <a:ext cx="542693" cy="1325563"/>
          </a:xfrm>
          <a:prstGeom prst="rect">
            <a:avLst/>
          </a:prstGeom>
          <a:solidFill>
            <a:srgbClr val="2D0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6EE744-9415-5366-3E2C-F35D3C99F24A}"/>
              </a:ext>
            </a:extLst>
          </p:cNvPr>
          <p:cNvSpPr/>
          <p:nvPr/>
        </p:nvSpPr>
        <p:spPr>
          <a:xfrm>
            <a:off x="11151219" y="322668"/>
            <a:ext cx="1040781" cy="887800"/>
          </a:xfrm>
          <a:prstGeom prst="rect">
            <a:avLst/>
          </a:prstGeom>
          <a:solidFill>
            <a:schemeClr val="bg1"/>
          </a:solidFill>
          <a:ln>
            <a:solidFill>
              <a:srgbClr val="2D03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A98D226-50FD-E278-9F6D-CBBEC1E0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4659" y="587849"/>
            <a:ext cx="409295" cy="357437"/>
          </a:xfrm>
        </p:spPr>
        <p:txBody>
          <a:bodyPr/>
          <a:lstStyle>
            <a:lvl1pPr>
              <a:defRPr sz="1400">
                <a:solidFill>
                  <a:srgbClr val="2D0369"/>
                </a:solidFill>
              </a:defRPr>
            </a:lvl1pPr>
          </a:lstStyle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57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F224-8657-7B4F-A00F-9615DADE6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DEE11-C7D4-BB27-83A6-952139760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DFA57-A0F4-D2FD-D45E-D02484FDFF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B3299-F2E0-6AF0-EAB0-8CCD0835B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0E257-09CF-E5AC-24FD-A5891E40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3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0628A-EAEA-E8AF-6F0F-326F3649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DB9CF-0226-30DC-E72E-BD583D199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00A2E-9595-8C02-770C-24A6413A5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15B29-B248-AE19-4915-C9BD0F4875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9CF58-CA70-CD26-4BEB-0ED9EEEF7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A9E1B-0CC2-5B6E-9831-AB897D3F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28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9BA5-3D4C-7556-797C-0A0861BDC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E7E54-EAD9-E565-BD0E-0EFFF1DA9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5C3F2-6C40-81BA-9ED5-BA2D47255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23D116-AC9C-4E4D-BC2B-7950A3227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457F5-C095-5FB4-DEBD-D500C4454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3A0C09-8AF6-766B-69C9-86FFD369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FC506-8767-1C8A-6523-8DC461780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0737F9-DB6D-D03A-D17C-AFE85AE2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4DA3-687F-1ED4-8BBB-B542B9C9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8ADC3-7768-A6EA-0AE9-4E75A24F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BE35D8-4FFA-4B3D-5E1F-294EE95F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CCDAC-9C90-A8F6-A65D-19EF9F670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2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E003F4-5826-294B-2876-3202122142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59728-2CD3-ED8F-755D-F5F40DCEC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4F888-A0F6-0256-D328-BAED7542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7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740D-7C9E-4564-079A-5648F9D3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431F8-B30B-B975-5302-CAF03452D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F6BFE-5F5E-8A05-5324-D61FC8982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DB8D3-6A00-A991-8F97-3640EAF6DB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BEF57-0669-69F7-0C91-42F63DB3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FD13E-5A31-110D-2D1A-B9A603578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00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3DF0F-C5F1-99B5-31CC-F563EEB0B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734ED-059C-D917-0F70-D46DE7C62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C12FE-F175-86B3-0E7E-DE63032BA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09907-82C7-3D93-3AC9-C374B29E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8E427-951B-2AC4-6803-25D64C970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CDE75-92EC-C8AC-82F7-C1D376E47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06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E249-BAD7-C30B-B173-C283F83D4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240F0-64EE-540D-4D98-1C52A8612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B064F-46A6-7E11-6905-DEAFF3DA30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E04D5-1EAA-7450-395F-06A722E9D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54764-BC08-6C5C-D00A-FA64C614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4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43219-145A-0E42-DA6E-1CF1370CE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A90B1-3507-A385-113F-4E52BA079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C5B16-33A4-A5DB-13F5-AC34AFD385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4D8EF-0D71-EAD7-F408-5F908CEF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6701A-5566-CD2B-EC9C-79FE2454C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6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7E4919-666C-9C78-EA0B-819B572B67BB}"/>
              </a:ext>
            </a:extLst>
          </p:cNvPr>
          <p:cNvSpPr/>
          <p:nvPr/>
        </p:nvSpPr>
        <p:spPr>
          <a:xfrm>
            <a:off x="-492512" y="1501582"/>
            <a:ext cx="6298580" cy="2579649"/>
          </a:xfrm>
          <a:prstGeom prst="rect">
            <a:avLst/>
          </a:prstGeom>
          <a:solidFill>
            <a:srgbClr val="2D0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000274-B0FE-EE6F-3E76-D9EB9A671BA8}"/>
              </a:ext>
            </a:extLst>
          </p:cNvPr>
          <p:cNvSpPr/>
          <p:nvPr/>
        </p:nvSpPr>
        <p:spPr>
          <a:xfrm>
            <a:off x="-579862" y="2224669"/>
            <a:ext cx="7902496" cy="1133476"/>
          </a:xfrm>
          <a:prstGeom prst="rect">
            <a:avLst/>
          </a:prstGeom>
          <a:solidFill>
            <a:schemeClr val="bg1"/>
          </a:solidFill>
          <a:ln>
            <a:solidFill>
              <a:srgbClr val="2D03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D32D9-C5C7-4FA2-FC73-A1CFEB8F6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24669"/>
            <a:ext cx="10515600" cy="1133476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 Break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2B377-883E-7E49-1E53-E0A0DBA1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50244" y="6356350"/>
            <a:ext cx="1503556" cy="365125"/>
          </a:xfrm>
        </p:spPr>
        <p:txBody>
          <a:bodyPr/>
          <a:lstStyle>
            <a:lvl1pPr>
              <a:defRPr b="1"/>
            </a:lvl1pPr>
          </a:lstStyle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3745B43C-6C8C-4143-0340-A43772EF99D4}"/>
              </a:ext>
            </a:extLst>
          </p:cNvPr>
          <p:cNvSpPr/>
          <p:nvPr/>
        </p:nvSpPr>
        <p:spPr>
          <a:xfrm flipH="1">
            <a:off x="2984157" y="5847329"/>
            <a:ext cx="9207834" cy="1007076"/>
          </a:xfrm>
          <a:prstGeom prst="rtTriangle">
            <a:avLst/>
          </a:prstGeom>
          <a:solidFill>
            <a:schemeClr val="bg1"/>
          </a:solidFill>
          <a:ln>
            <a:solidFill>
              <a:srgbClr val="2D03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9C1EDBC0-027D-FA2A-A1DA-2DFB94743CF2}"/>
              </a:ext>
            </a:extLst>
          </p:cNvPr>
          <p:cNvSpPr/>
          <p:nvPr/>
        </p:nvSpPr>
        <p:spPr>
          <a:xfrm rot="10800000" flipV="1">
            <a:off x="2984162" y="6068336"/>
            <a:ext cx="9207838" cy="786069"/>
          </a:xfrm>
          <a:prstGeom prst="rtTriangle">
            <a:avLst/>
          </a:prstGeom>
          <a:solidFill>
            <a:srgbClr val="2D0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C7B70-A302-5096-6ABE-1939BA50C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34915-3BDB-41AE-308C-68096B6B2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F662-72CA-4B7A-DB38-A6CAEE125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4C47EFDE-C5C5-4924-923F-5395FE94C33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close-up of a sign&#10;&#10;AI-generated content may be incorrect.">
            <a:extLst>
              <a:ext uri="{FF2B5EF4-FFF2-40B4-BE49-F238E27FC236}">
                <a16:creationId xmlns:a16="http://schemas.microsoft.com/office/drawing/2014/main" id="{AFC09B43-A5D5-E90A-73C2-829479741A0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131344"/>
            <a:ext cx="2984157" cy="72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0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8425D-C604-89B1-E3A3-C6CB62B2C4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LLM Tech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A8755-B709-2A38-6AB4-3EB7C492C0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Gage R&amp;R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8C335-EA0D-FBEB-B381-18D36C86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800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7A6B8-F7CF-65C1-BE4B-324D2FAB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E75D-ECA7-39B6-F276-6B5B492DC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Gage R&amp;R Companion AI Requirements: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F38A1-6C50-C16B-E0DB-B430D8017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Duties:</a:t>
            </a:r>
          </a:p>
          <a:p>
            <a:r>
              <a:rPr lang="en-US" dirty="0"/>
              <a:t>Help the user identify what type of gage testing is right for their application</a:t>
            </a:r>
          </a:p>
          <a:p>
            <a:r>
              <a:rPr lang="en-US" dirty="0"/>
              <a:t>Assist in drawing conclusions from the gage R&amp;R results</a:t>
            </a:r>
          </a:p>
          <a:p>
            <a:pPr lvl="1"/>
            <a:r>
              <a:rPr lang="en-US" dirty="0"/>
              <a:t>Recommend next steps based on the results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Inputs:</a:t>
            </a:r>
          </a:p>
          <a:p>
            <a:r>
              <a:rPr lang="en-US" dirty="0"/>
              <a:t>User input describing their application</a:t>
            </a:r>
          </a:p>
          <a:p>
            <a:r>
              <a:rPr lang="en-US" dirty="0"/>
              <a:t>Structured outputs from the various gage compute functions</a:t>
            </a:r>
          </a:p>
          <a:p>
            <a:pPr marL="0" indent="0">
              <a:buNone/>
            </a:pPr>
            <a:r>
              <a:rPr lang="en-US" b="1" dirty="0"/>
              <a:t>Outputs:</a:t>
            </a:r>
          </a:p>
          <a:p>
            <a:r>
              <a:rPr lang="en-US" dirty="0"/>
              <a:t>What type of gage testing should be run</a:t>
            </a:r>
          </a:p>
          <a:p>
            <a:pPr lvl="1"/>
            <a:r>
              <a:rPr lang="en-US" dirty="0"/>
              <a:t>Excel file template for the user to download and later populate</a:t>
            </a:r>
          </a:p>
          <a:p>
            <a:r>
              <a:rPr lang="en-US" dirty="0"/>
              <a:t>Added commentary based for the gage R&amp;R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E15B5-3FBE-E918-1EC6-55F31AF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98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9744D-1CF9-1A18-7CC5-912506F2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4A38-68FE-6D49-CFF6-AB19D340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Gage R&amp;R Companion AI Requirements: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5F509-5ABF-9E09-D7B6-58F483C7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Technical Requirements:</a:t>
            </a:r>
          </a:p>
          <a:p>
            <a:r>
              <a:rPr lang="en-US" dirty="0"/>
              <a:t>Small (download size &lt;10 GB?) – Probably ran locally?</a:t>
            </a:r>
          </a:p>
          <a:p>
            <a:pPr lvl="1"/>
            <a:r>
              <a:rPr lang="en-US" dirty="0"/>
              <a:t>Luckily shouldn’t need to be large given the application</a:t>
            </a:r>
          </a:p>
          <a:p>
            <a:r>
              <a:rPr lang="en-US" dirty="0"/>
              <a:t>Able to produce structured excel/.csv file</a:t>
            </a:r>
          </a:p>
          <a:p>
            <a:r>
              <a:rPr lang="en-US" dirty="0"/>
              <a:t>Proven statistics/math background preferred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21964-906C-EF6F-6A82-EFF74D2A3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38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85535-2C5C-85DA-322F-1921DC68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Gemma 4 – </a:t>
            </a:r>
            <a:r>
              <a:rPr lang="en-US" u="sng" dirty="0"/>
              <a:t>3.6M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2BA1F-551C-CE29-ACF1-771C7C2FD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Pros:</a:t>
            </a:r>
          </a:p>
          <a:p>
            <a:r>
              <a:rPr lang="en-US" dirty="0"/>
              <a:t>Efficient model</a:t>
            </a:r>
          </a:p>
          <a:p>
            <a:pPr lvl="1"/>
            <a:r>
              <a:rPr lang="en-US" dirty="0"/>
              <a:t>Thinking capabilities</a:t>
            </a:r>
          </a:p>
          <a:p>
            <a:r>
              <a:rPr lang="en-US" dirty="0"/>
              <a:t>Large context 128K</a:t>
            </a:r>
          </a:p>
          <a:p>
            <a:r>
              <a:rPr lang="en-US" dirty="0"/>
              <a:t>Supports structured conversations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Cons:</a:t>
            </a:r>
          </a:p>
          <a:p>
            <a:r>
              <a:rPr lang="en-US" dirty="0"/>
              <a:t>Large size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Size:</a:t>
            </a:r>
          </a:p>
          <a:p>
            <a:r>
              <a:rPr lang="en-US" dirty="0"/>
              <a:t>7 GB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71FCE-1AA5-CB35-7D5E-13FF06C44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84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12E4-2BCC-24CA-8822-3B0DCF60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C45F-3F5D-FEC3-F689-80376CAF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Llama 3.1-8b – </a:t>
            </a:r>
            <a:r>
              <a:rPr lang="en-US" u="sng" dirty="0"/>
              <a:t>113.3M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0C1A0-9EFA-92CC-85FD-CF9F5D843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14" y="1253330"/>
            <a:ext cx="10515600" cy="48879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Pros:</a:t>
            </a:r>
          </a:p>
          <a:p>
            <a:r>
              <a:rPr lang="en-US" dirty="0"/>
              <a:t>Great at reasoning and math</a:t>
            </a:r>
          </a:p>
          <a:p>
            <a:r>
              <a:rPr lang="en-US" dirty="0"/>
              <a:t>Lots of available tools </a:t>
            </a:r>
          </a:p>
          <a:p>
            <a:r>
              <a:rPr lang="en-US" dirty="0"/>
              <a:t>Large context 128K</a:t>
            </a:r>
          </a:p>
          <a:p>
            <a:r>
              <a:rPr lang="en-US" dirty="0"/>
              <a:t>Most popular model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Cons:</a:t>
            </a:r>
          </a:p>
          <a:p>
            <a:r>
              <a:rPr lang="en-US" dirty="0"/>
              <a:t>Computationally intense</a:t>
            </a:r>
          </a:p>
          <a:p>
            <a:r>
              <a:rPr lang="en-US" dirty="0"/>
              <a:t>Very sensitive to tuning </a:t>
            </a:r>
          </a:p>
          <a:p>
            <a:pPr lvl="1"/>
            <a:r>
              <a:rPr lang="en-US" dirty="0"/>
              <a:t>Less plug and play </a:t>
            </a:r>
          </a:p>
          <a:p>
            <a:pPr marL="0" indent="0">
              <a:buNone/>
            </a:pPr>
            <a:r>
              <a:rPr lang="en-US" b="1" dirty="0"/>
              <a:t>Size:</a:t>
            </a:r>
          </a:p>
          <a:p>
            <a:r>
              <a:rPr lang="en-US" dirty="0"/>
              <a:t>4.9 GB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CD37C-385D-CFE0-08E8-0D4720EE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39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4389-0A6A-0717-5610-58CB84AD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5040-8EAF-096C-EB87-0417E50E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Mistrel:7b – </a:t>
            </a:r>
            <a:r>
              <a:rPr lang="en-US" u="sng" dirty="0"/>
              <a:t>28.4M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BCC1-8E0C-48BC-4E2C-E7B874760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14" y="1253331"/>
            <a:ext cx="10515600" cy="5207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Pros:</a:t>
            </a:r>
          </a:p>
          <a:p>
            <a:r>
              <a:rPr lang="en-US" dirty="0"/>
              <a:t>Simple &amp; reliable</a:t>
            </a:r>
          </a:p>
          <a:p>
            <a:r>
              <a:rPr lang="en-US" dirty="0"/>
              <a:t>Excellent at following instructions/structured inputs</a:t>
            </a:r>
          </a:p>
          <a:p>
            <a:r>
              <a:rPr lang="en-US" dirty="0"/>
              <a:t>Most plug-and-play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Cons:</a:t>
            </a:r>
          </a:p>
          <a:p>
            <a:r>
              <a:rPr lang="en-US" dirty="0"/>
              <a:t>Computationally weaker than other models</a:t>
            </a:r>
          </a:p>
          <a:p>
            <a:r>
              <a:rPr lang="en-US" dirty="0"/>
              <a:t>Smaller context 32k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 Size:</a:t>
            </a:r>
          </a:p>
          <a:p>
            <a:r>
              <a:rPr lang="en-US" dirty="0"/>
              <a:t>4.4 GB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2A824-59B5-2E74-8F44-C92DAAAE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03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C839-C9A8-24B9-D15D-CC8ED5081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22311-5A7E-552F-E439-0956C542F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Perplexity - for agent prompt writing</a:t>
            </a:r>
          </a:p>
          <a:p>
            <a:r>
              <a:rPr lang="en-US" dirty="0"/>
              <a:t>Model size is directly related to how much RAM is required to run the model</a:t>
            </a:r>
          </a:p>
          <a:p>
            <a:pPr lvl="1"/>
            <a:r>
              <a:rPr lang="en-US" dirty="0"/>
              <a:t>Number of bits can change how computationally challenging it is to run a given model</a:t>
            </a:r>
          </a:p>
          <a:p>
            <a:r>
              <a:rPr lang="en-US" dirty="0" err="1"/>
              <a:t>VSCode</a:t>
            </a:r>
            <a:r>
              <a:rPr lang="en-US" dirty="0"/>
              <a:t> can have where to run different models </a:t>
            </a:r>
          </a:p>
          <a:p>
            <a:pPr lvl="1"/>
            <a:r>
              <a:rPr lang="en-US" dirty="0"/>
              <a:t>Little desktop icon at the bottom</a:t>
            </a:r>
          </a:p>
          <a:p>
            <a:pPr lvl="1"/>
            <a:endParaRPr lang="en-US" dirty="0"/>
          </a:p>
          <a:p>
            <a:r>
              <a:rPr lang="en-US" dirty="0"/>
              <a:t>When testing models spit out the used context</a:t>
            </a:r>
          </a:p>
          <a:p>
            <a:pPr marL="0" indent="0">
              <a:buNone/>
            </a:pPr>
            <a:r>
              <a:rPr lang="en-US" dirty="0"/>
              <a:t>Agents.md</a:t>
            </a:r>
          </a:p>
          <a:p>
            <a:pPr marL="0" indent="0">
              <a:buNone/>
            </a:pPr>
            <a:r>
              <a:rPr lang="en-US" dirty="0"/>
              <a:t>Claude.md</a:t>
            </a:r>
          </a:p>
          <a:p>
            <a:pPr marL="0" indent="0">
              <a:buNone/>
            </a:pPr>
            <a:r>
              <a:rPr lang="en-US" dirty="0"/>
              <a:t>Readme.md </a:t>
            </a:r>
            <a:br>
              <a:rPr lang="en-US" dirty="0"/>
            </a:br>
            <a:r>
              <a:rPr lang="en-US" dirty="0"/>
              <a:t>(All 3 are usually read by the agent)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5B61C-84D2-5A98-F9D8-701FD6377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7EFDE-C5C5-4924-923F-5395FE94C3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52799"/>
      </p:ext>
    </p:extLst>
  </p:cSld>
  <p:clrMapOvr>
    <a:masterClrMapping/>
  </p:clrMapOvr>
</p:sld>
</file>

<file path=ppt/theme/theme1.xml><?xml version="1.0" encoding="utf-8"?>
<a:theme xmlns:a="http://schemas.openxmlformats.org/drawingml/2006/main" name="UW ChemE 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 ChemE Template" id="{D27CEBEB-C62E-4D88-99DF-C01EFB8064DC}" vid="{8CA8A1CC-21B1-43D2-B785-FCA1B318A3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UW ChemE Template</Template>
  <TotalTime>183</TotalTime>
  <Words>325</Words>
  <Application>Microsoft Office PowerPoint</Application>
  <PresentationFormat>Widescreen</PresentationFormat>
  <Paragraphs>76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UW ChemE Template</vt:lpstr>
      <vt:lpstr>LLM Tech Review</vt:lpstr>
      <vt:lpstr>Gage R&amp;R Companion AI Requirements:</vt:lpstr>
      <vt:lpstr>Gage R&amp;R Companion AI Requirements:</vt:lpstr>
      <vt:lpstr>Gemma 4 – 3.6M </vt:lpstr>
      <vt:lpstr>Llama 3.1-8b – 113.3M </vt:lpstr>
      <vt:lpstr>Mistrel:7b – 28.4M</vt:lpstr>
      <vt:lpstr>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Sayyadi</dc:creator>
  <cp:lastModifiedBy>Logan Sayyadi</cp:lastModifiedBy>
  <cp:revision>1</cp:revision>
  <dcterms:created xsi:type="dcterms:W3CDTF">2026-04-17T15:53:53Z</dcterms:created>
  <dcterms:modified xsi:type="dcterms:W3CDTF">2026-04-17T18:57:11Z</dcterms:modified>
</cp:coreProperties>
</file>